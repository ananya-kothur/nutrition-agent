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5" r:id="rId5"/>
    <p:sldId id="278" r:id="rId6"/>
    <p:sldId id="281" r:id="rId7"/>
    <p:sldId id="279" r:id="rId8"/>
    <p:sldId id="291" r:id="rId9"/>
    <p:sldId id="293" r:id="rId10"/>
    <p:sldId id="292" r:id="rId11"/>
    <p:sldId id="294" r:id="rId12"/>
    <p:sldId id="290" r:id="rId13"/>
    <p:sldId id="295" r:id="rId14"/>
    <p:sldId id="262" r:id="rId15"/>
    <p:sldId id="264" r:id="rId16"/>
    <p:sldId id="286" r:id="rId17"/>
    <p:sldId id="287" r:id="rId18"/>
    <p:sldId id="280" r:id="rId19"/>
    <p:sldId id="288" r:id="rId20"/>
    <p:sldId id="289"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29" dt="2026-09-06T16:16:12.763"/>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ya K" userId="0515c76fd5c791a1" providerId="Windows Live" clId="Web-{00000000-0000-0000-0000-000000000000}"/>
    <pc:docChg chg="addSld modSld sldOrd">
      <pc:chgData name="Ananya K" userId="0515c76fd5c791a1" providerId="Windows Live" clId="Web-{00000000-0000-0000-0000-000000000000}" dt="2026-09-06T16:16:08.326" v="435" actId="20577"/>
      <pc:docMkLst>
        <pc:docMk/>
      </pc:docMkLst>
      <pc:sldChg chg="delSp modSp">
        <pc:chgData name="Ananya K" userId="0515c76fd5c791a1" providerId="Windows Live" clId="Web-{00000000-0000-0000-0000-000000000000}" dt="2026-09-06T16:09:49.084" v="409" actId="14100"/>
        <pc:sldMkLst>
          <pc:docMk/>
          <pc:sldMk cId="0" sldId="257"/>
        </pc:sldMkLst>
        <pc:spChg chg="del mod">
          <ac:chgData name="Ananya K" userId="0515c76fd5c791a1" providerId="Windows Live" clId="Web-{00000000-0000-0000-0000-000000000000}" dt="2026-09-06T16:08:42.771" v="400"/>
          <ac:spMkLst>
            <pc:docMk/>
            <pc:sldMk cId="0" sldId="257"/>
            <ac:spMk id="3" creationId="{B0B023FA-CFEB-ACE9-8425-7E72E307CDC5}"/>
          </ac:spMkLst>
        </pc:spChg>
        <pc:spChg chg="mod">
          <ac:chgData name="Ananya K" userId="0515c76fd5c791a1" providerId="Windows Live" clId="Web-{00000000-0000-0000-0000-000000000000}" dt="2026-09-06T16:09:45.099" v="408" actId="20577"/>
          <ac:spMkLst>
            <pc:docMk/>
            <pc:sldMk cId="0" sldId="257"/>
            <ac:spMk id="4" creationId="{A828B9EF-C084-F5D4-CA27-75AF7D995640}"/>
          </ac:spMkLst>
        </pc:spChg>
        <pc:spChg chg="mod">
          <ac:chgData name="Ananya K" userId="0515c76fd5c791a1" providerId="Windows Live" clId="Web-{00000000-0000-0000-0000-000000000000}" dt="2026-09-06T14:59:15.431" v="101" actId="20577"/>
          <ac:spMkLst>
            <pc:docMk/>
            <pc:sldMk cId="0" sldId="257"/>
            <ac:spMk id="7" creationId="{3D723CA3-EC2D-165A-F109-3759C4E9C8A4}"/>
          </ac:spMkLst>
        </pc:spChg>
        <pc:graphicFrameChg chg="mod modGraphic">
          <ac:chgData name="Ananya K" userId="0515c76fd5c791a1" providerId="Windows Live" clId="Web-{00000000-0000-0000-0000-000000000000}" dt="2026-09-06T16:08:51.536" v="401"/>
          <ac:graphicFrameMkLst>
            <pc:docMk/>
            <pc:sldMk cId="0" sldId="257"/>
            <ac:graphicFrameMk id="96" creationId="{00000000-0000-0000-0000-000000000000}"/>
          </ac:graphicFrameMkLst>
        </pc:graphicFrameChg>
        <pc:picChg chg="mod modCrop">
          <ac:chgData name="Ananya K" userId="0515c76fd5c791a1" providerId="Windows Live" clId="Web-{00000000-0000-0000-0000-000000000000}" dt="2026-09-06T16:09:49.084" v="409" actId="14100"/>
          <ac:picMkLst>
            <pc:docMk/>
            <pc:sldMk cId="0" sldId="257"/>
            <ac:picMk id="98" creationId="{00000000-0000-0000-0000-000000000000}"/>
          </ac:picMkLst>
        </pc:picChg>
      </pc:sldChg>
      <pc:sldChg chg="addSp delSp modSp">
        <pc:chgData name="Ananya K" userId="0515c76fd5c791a1" providerId="Windows Live" clId="Web-{00000000-0000-0000-0000-000000000000}" dt="2026-09-06T15:58:27.295" v="303" actId="1076"/>
        <pc:sldMkLst>
          <pc:docMk/>
          <pc:sldMk cId="0" sldId="262"/>
        </pc:sldMkLst>
        <pc:picChg chg="del mod">
          <ac:chgData name="Ananya K" userId="0515c76fd5c791a1" providerId="Windows Live" clId="Web-{00000000-0000-0000-0000-000000000000}" dt="2026-09-06T15:33:50.309" v="264"/>
          <ac:picMkLst>
            <pc:docMk/>
            <pc:sldMk cId="0" sldId="262"/>
            <ac:picMk id="3" creationId="{81932CE2-F219-0CA8-0102-55B8C682B8A2}"/>
          </ac:picMkLst>
        </pc:picChg>
        <pc:picChg chg="add del mod">
          <ac:chgData name="Ananya K" userId="0515c76fd5c791a1" providerId="Windows Live" clId="Web-{00000000-0000-0000-0000-000000000000}" dt="2026-09-06T15:57:49.920" v="299"/>
          <ac:picMkLst>
            <pc:docMk/>
            <pc:sldMk cId="0" sldId="262"/>
            <ac:picMk id="4" creationId="{38A6DB3D-22B8-4FEB-B23F-F8400EB852F0}"/>
          </ac:picMkLst>
        </pc:picChg>
        <pc:picChg chg="add mod">
          <ac:chgData name="Ananya K" userId="0515c76fd5c791a1" providerId="Windows Live" clId="Web-{00000000-0000-0000-0000-000000000000}" dt="2026-09-06T15:58:27.295" v="303" actId="1076"/>
          <ac:picMkLst>
            <pc:docMk/>
            <pc:sldMk cId="0" sldId="262"/>
            <ac:picMk id="5" creationId="{F28C4D47-29F4-11ED-BCE9-01CE222C3CA7}"/>
          </ac:picMkLst>
        </pc:picChg>
      </pc:sldChg>
      <pc:sldChg chg="modSp">
        <pc:chgData name="Ananya K" userId="0515c76fd5c791a1" providerId="Windows Live" clId="Web-{00000000-0000-0000-0000-000000000000}" dt="2026-09-06T16:13:43.541" v="430" actId="20577"/>
        <pc:sldMkLst>
          <pc:docMk/>
          <pc:sldMk cId="3764405840" sldId="278"/>
        </pc:sldMkLst>
        <pc:spChg chg="mod">
          <ac:chgData name="Ananya K" userId="0515c76fd5c791a1" providerId="Windows Live" clId="Web-{00000000-0000-0000-0000-000000000000}" dt="2026-09-06T16:13:43.541" v="430" actId="20577"/>
          <ac:spMkLst>
            <pc:docMk/>
            <pc:sldMk cId="3764405840" sldId="278"/>
            <ac:spMk id="3" creationId="{4A7608B5-9906-EFCF-959A-E89FC2E3EE19}"/>
          </ac:spMkLst>
        </pc:spChg>
      </pc:sldChg>
      <pc:sldChg chg="modSp">
        <pc:chgData name="Ananya K" userId="0515c76fd5c791a1" providerId="Windows Live" clId="Web-{00000000-0000-0000-0000-000000000000}" dt="2026-09-06T15:06:41.669" v="130"/>
        <pc:sldMkLst>
          <pc:docMk/>
          <pc:sldMk cId="2772501912" sldId="279"/>
        </pc:sldMkLst>
        <pc:picChg chg="mod">
          <ac:chgData name="Ananya K" userId="0515c76fd5c791a1" providerId="Windows Live" clId="Web-{00000000-0000-0000-0000-000000000000}" dt="2026-09-06T15:06:41.669" v="130"/>
          <ac:picMkLst>
            <pc:docMk/>
            <pc:sldMk cId="2772501912" sldId="279"/>
            <ac:picMk id="6" creationId="{4C7FC88A-B369-455A-F57A-122CC34E5233}"/>
          </ac:picMkLst>
        </pc:picChg>
      </pc:sldChg>
      <pc:sldChg chg="modSp">
        <pc:chgData name="Ananya K" userId="0515c76fd5c791a1" providerId="Windows Live" clId="Web-{00000000-0000-0000-0000-000000000000}" dt="2026-09-06T15:02:30.839" v="106" actId="20577"/>
        <pc:sldMkLst>
          <pc:docMk/>
          <pc:sldMk cId="328526394" sldId="281"/>
        </pc:sldMkLst>
        <pc:spChg chg="mod">
          <ac:chgData name="Ananya K" userId="0515c76fd5c791a1" providerId="Windows Live" clId="Web-{00000000-0000-0000-0000-000000000000}" dt="2026-09-06T15:02:30.839" v="106" actId="20577"/>
          <ac:spMkLst>
            <pc:docMk/>
            <pc:sldMk cId="328526394" sldId="281"/>
            <ac:spMk id="2" creationId="{9BB86949-7ED1-C43B-B1E3-5122BB67A596}"/>
          </ac:spMkLst>
        </pc:spChg>
      </pc:sldChg>
      <pc:sldChg chg="modSp">
        <pc:chgData name="Ananya K" userId="0515c76fd5c791a1" providerId="Windows Live" clId="Web-{00000000-0000-0000-0000-000000000000}" dt="2026-09-06T15:32:45.449" v="261" actId="20577"/>
        <pc:sldMkLst>
          <pc:docMk/>
          <pc:sldMk cId="917964102" sldId="286"/>
        </pc:sldMkLst>
        <pc:spChg chg="mod">
          <ac:chgData name="Ananya K" userId="0515c76fd5c791a1" providerId="Windows Live" clId="Web-{00000000-0000-0000-0000-000000000000}" dt="2026-09-06T15:32:45.449" v="261" actId="20577"/>
          <ac:spMkLst>
            <pc:docMk/>
            <pc:sldMk cId="917964102" sldId="286"/>
            <ac:spMk id="3" creationId="{ED65F54F-855A-0DB6-09A6-3212C5F7405B}"/>
          </ac:spMkLst>
        </pc:spChg>
      </pc:sldChg>
      <pc:sldChg chg="addSp modSp">
        <pc:chgData name="Ananya K" userId="0515c76fd5c791a1" providerId="Windows Live" clId="Web-{00000000-0000-0000-0000-000000000000}" dt="2026-09-06T15:57:19.388" v="298" actId="1076"/>
        <pc:sldMkLst>
          <pc:docMk/>
          <pc:sldMk cId="2605851928" sldId="287"/>
        </pc:sldMkLst>
        <pc:spChg chg="add mod">
          <ac:chgData name="Ananya K" userId="0515c76fd5c791a1" providerId="Windows Live" clId="Web-{00000000-0000-0000-0000-000000000000}" dt="2026-09-06T15:57:19.388" v="298" actId="1076"/>
          <ac:spMkLst>
            <pc:docMk/>
            <pc:sldMk cId="2605851928" sldId="287"/>
            <ac:spMk id="2" creationId="{E991326C-01E5-C0F7-679F-D5A77D929D97}"/>
          </ac:spMkLst>
        </pc:spChg>
        <pc:spChg chg="mod">
          <ac:chgData name="Ananya K" userId="0515c76fd5c791a1" providerId="Windows Live" clId="Web-{00000000-0000-0000-0000-000000000000}" dt="2026-09-06T15:57:13.326" v="297" actId="20577"/>
          <ac:spMkLst>
            <pc:docMk/>
            <pc:sldMk cId="2605851928" sldId="287"/>
            <ac:spMk id="278" creationId="{187EEB9C-2E84-113A-3CE6-1507BF5B039F}"/>
          </ac:spMkLst>
        </pc:spChg>
        <pc:spChg chg="mod">
          <ac:chgData name="Ananya K" userId="0515c76fd5c791a1" providerId="Windows Live" clId="Web-{00000000-0000-0000-0000-000000000000}" dt="2026-09-06T15:56:51.653" v="296" actId="14100"/>
          <ac:spMkLst>
            <pc:docMk/>
            <pc:sldMk cId="2605851928" sldId="287"/>
            <ac:spMk id="279" creationId="{3711AF54-94A6-B837-31EF-9A8C4ECB9AF6}"/>
          </ac:spMkLst>
        </pc:spChg>
      </pc:sldChg>
      <pc:sldChg chg="delSp modSp">
        <pc:chgData name="Ananya K" userId="0515c76fd5c791a1" providerId="Windows Live" clId="Web-{00000000-0000-0000-0000-000000000000}" dt="2026-09-06T16:08:04.348" v="395"/>
        <pc:sldMkLst>
          <pc:docMk/>
          <pc:sldMk cId="1229047658" sldId="288"/>
        </pc:sldMkLst>
        <pc:spChg chg="del mod">
          <ac:chgData name="Ananya K" userId="0515c76fd5c791a1" providerId="Windows Live" clId="Web-{00000000-0000-0000-0000-000000000000}" dt="2026-09-06T16:08:04.348" v="395"/>
          <ac:spMkLst>
            <pc:docMk/>
            <pc:sldMk cId="1229047658" sldId="288"/>
            <ac:spMk id="3" creationId="{4837D5EE-379B-FDC5-0854-8AC81D31FADF}"/>
          </ac:spMkLst>
        </pc:spChg>
        <pc:picChg chg="mod">
          <ac:chgData name="Ananya K" userId="0515c76fd5c791a1" providerId="Windows Live" clId="Web-{00000000-0000-0000-0000-000000000000}" dt="2026-09-06T15:01:32.119" v="103"/>
          <ac:picMkLst>
            <pc:docMk/>
            <pc:sldMk cId="1229047658" sldId="288"/>
            <ac:picMk id="4" creationId="{A037CFD0-B7FF-D9BE-3433-88E5844EF332}"/>
          </ac:picMkLst>
        </pc:picChg>
      </pc:sldChg>
      <pc:sldChg chg="delSp modSp">
        <pc:chgData name="Ananya K" userId="0515c76fd5c791a1" providerId="Windows Live" clId="Web-{00000000-0000-0000-0000-000000000000}" dt="2026-09-06T16:08:12.536" v="397"/>
        <pc:sldMkLst>
          <pc:docMk/>
          <pc:sldMk cId="2506610743" sldId="289"/>
        </pc:sldMkLst>
        <pc:spChg chg="del mod">
          <ac:chgData name="Ananya K" userId="0515c76fd5c791a1" providerId="Windows Live" clId="Web-{00000000-0000-0000-0000-000000000000}" dt="2026-09-06T16:08:12.536" v="397"/>
          <ac:spMkLst>
            <pc:docMk/>
            <pc:sldMk cId="2506610743" sldId="289"/>
            <ac:spMk id="6" creationId="{C0D36B1A-26C2-CD55-1032-4CB5E4EDF305}"/>
          </ac:spMkLst>
        </pc:spChg>
        <pc:picChg chg="mod">
          <ac:chgData name="Ananya K" userId="0515c76fd5c791a1" providerId="Windows Live" clId="Web-{00000000-0000-0000-0000-000000000000}" dt="2026-09-06T15:00:19.259" v="102"/>
          <ac:picMkLst>
            <pc:docMk/>
            <pc:sldMk cId="2506610743" sldId="289"/>
            <ac:picMk id="4" creationId="{099C3698-991D-7A38-C456-893C84C23FC9}"/>
          </ac:picMkLst>
        </pc:picChg>
      </pc:sldChg>
      <pc:sldChg chg="modSp ord">
        <pc:chgData name="Ananya K" userId="0515c76fd5c791a1" providerId="Windows Live" clId="Web-{00000000-0000-0000-0000-000000000000}" dt="2026-09-06T16:01:53.532" v="339" actId="20577"/>
        <pc:sldMkLst>
          <pc:docMk/>
          <pc:sldMk cId="755382" sldId="290"/>
        </pc:sldMkLst>
        <pc:spChg chg="mod">
          <ac:chgData name="Ananya K" userId="0515c76fd5c791a1" providerId="Windows Live" clId="Web-{00000000-0000-0000-0000-000000000000}" dt="2026-09-06T16:01:53.532" v="339" actId="20577"/>
          <ac:spMkLst>
            <pc:docMk/>
            <pc:sldMk cId="755382" sldId="290"/>
            <ac:spMk id="2" creationId="{4B8BE564-07ED-5E4D-A85D-C78B8A391EE9}"/>
          </ac:spMkLst>
        </pc:spChg>
        <pc:picChg chg="mod">
          <ac:chgData name="Ananya K" userId="0515c76fd5c791a1" providerId="Windows Live" clId="Web-{00000000-0000-0000-0000-000000000000}" dt="2026-09-06T16:00:38.578" v="304"/>
          <ac:picMkLst>
            <pc:docMk/>
            <pc:sldMk cId="755382" sldId="290"/>
            <ac:picMk id="6" creationId="{A0D6461E-DA88-AFE8-EAFF-84E9A424BF26}"/>
          </ac:picMkLst>
        </pc:picChg>
      </pc:sldChg>
      <pc:sldChg chg="delSp modSp">
        <pc:chgData name="Ananya K" userId="0515c76fd5c791a1" providerId="Windows Live" clId="Web-{00000000-0000-0000-0000-000000000000}" dt="2026-09-06T16:16:08.326" v="435" actId="20577"/>
        <pc:sldMkLst>
          <pc:docMk/>
          <pc:sldMk cId="3146073034" sldId="291"/>
        </pc:sldMkLst>
        <pc:spChg chg="mod">
          <ac:chgData name="Ananya K" userId="0515c76fd5c791a1" providerId="Windows Live" clId="Web-{00000000-0000-0000-0000-000000000000}" dt="2026-09-06T16:16:08.326" v="435" actId="20577"/>
          <ac:spMkLst>
            <pc:docMk/>
            <pc:sldMk cId="3146073034" sldId="291"/>
            <ac:spMk id="2" creationId="{189D03E3-C782-BAA0-25CD-AC8F93A156A1}"/>
          </ac:spMkLst>
        </pc:spChg>
        <pc:spChg chg="del mod">
          <ac:chgData name="Ananya K" userId="0515c76fd5c791a1" providerId="Windows Live" clId="Web-{00000000-0000-0000-0000-000000000000}" dt="2026-09-06T15:09:03.577" v="135"/>
          <ac:spMkLst>
            <pc:docMk/>
            <pc:sldMk cId="3146073034" sldId="291"/>
            <ac:spMk id="4" creationId="{878DC055-9DE8-731B-4573-E65371EBEDCA}"/>
          </ac:spMkLst>
        </pc:spChg>
        <pc:picChg chg="mod">
          <ac:chgData name="Ananya K" userId="0515c76fd5c791a1" providerId="Windows Live" clId="Web-{00000000-0000-0000-0000-000000000000}" dt="2026-09-06T16:15:44.372" v="432"/>
          <ac:picMkLst>
            <pc:docMk/>
            <pc:sldMk cId="3146073034" sldId="291"/>
            <ac:picMk id="5" creationId="{6EA8F3D0-52BA-100E-3FD8-228494F48350}"/>
          </ac:picMkLst>
        </pc:picChg>
      </pc:sldChg>
      <pc:sldChg chg="addSp delSp modSp">
        <pc:chgData name="Ananya K" userId="0515c76fd5c791a1" providerId="Windows Live" clId="Web-{00000000-0000-0000-0000-000000000000}" dt="2026-09-06T15:24:50.522" v="215" actId="20577"/>
        <pc:sldMkLst>
          <pc:docMk/>
          <pc:sldMk cId="3342156518" sldId="292"/>
        </pc:sldMkLst>
        <pc:spChg chg="mod">
          <ac:chgData name="Ananya K" userId="0515c76fd5c791a1" providerId="Windows Live" clId="Web-{00000000-0000-0000-0000-000000000000}" dt="2026-09-06T15:24:50.522" v="215" actId="20577"/>
          <ac:spMkLst>
            <pc:docMk/>
            <pc:sldMk cId="3342156518" sldId="292"/>
            <ac:spMk id="2" creationId="{189D03E3-C782-BAA0-25CD-AC8F93A156A1}"/>
          </ac:spMkLst>
        </pc:spChg>
        <pc:spChg chg="del mod">
          <ac:chgData name="Ananya K" userId="0515c76fd5c791a1" providerId="Windows Live" clId="Web-{00000000-0000-0000-0000-000000000000}" dt="2026-09-06T15:21:26.286" v="190"/>
          <ac:spMkLst>
            <pc:docMk/>
            <pc:sldMk cId="3342156518" sldId="292"/>
            <ac:spMk id="4" creationId="{878DC055-9DE8-731B-4573-E65371EBEDCA}"/>
          </ac:spMkLst>
        </pc:spChg>
        <pc:picChg chg="add mod">
          <ac:chgData name="Ananya K" userId="0515c76fd5c791a1" providerId="Windows Live" clId="Web-{00000000-0000-0000-0000-000000000000}" dt="2026-09-06T15:23:27.396" v="195" actId="1076"/>
          <ac:picMkLst>
            <pc:docMk/>
            <pc:sldMk cId="3342156518" sldId="292"/>
            <ac:picMk id="3" creationId="{5AC9E1B3-FAC0-C16D-67C5-10B39E9A01FD}"/>
          </ac:picMkLst>
        </pc:picChg>
      </pc:sldChg>
      <pc:sldChg chg="addSp modSp new mod modClrScheme chgLayout">
        <pc:chgData name="Ananya K" userId="0515c76fd5c791a1" providerId="Windows Live" clId="Web-{00000000-0000-0000-0000-000000000000}" dt="2026-09-06T15:30:56.432" v="257" actId="14100"/>
        <pc:sldMkLst>
          <pc:docMk/>
          <pc:sldMk cId="2822021003" sldId="293"/>
        </pc:sldMkLst>
        <pc:spChg chg="mod ord">
          <ac:chgData name="Ananya K" userId="0515c76fd5c791a1" providerId="Windows Live" clId="Web-{00000000-0000-0000-0000-000000000000}" dt="2026-09-06T15:30:12.150" v="254" actId="14100"/>
          <ac:spMkLst>
            <pc:docMk/>
            <pc:sldMk cId="2822021003" sldId="293"/>
            <ac:spMk id="2" creationId="{40D57D8A-9C6B-9AF5-3849-5D3A72D18C16}"/>
          </ac:spMkLst>
        </pc:spChg>
        <pc:spChg chg="mod ord">
          <ac:chgData name="Ananya K" userId="0515c76fd5c791a1" providerId="Windows Live" clId="Web-{00000000-0000-0000-0000-000000000000}" dt="2026-09-06T15:30:22.666" v="255" actId="14100"/>
          <ac:spMkLst>
            <pc:docMk/>
            <pc:sldMk cId="2822021003" sldId="293"/>
            <ac:spMk id="3" creationId="{E4C512D9-3830-6D0C-4839-BE28706576E6}"/>
          </ac:spMkLst>
        </pc:spChg>
        <pc:spChg chg="add mod ord">
          <ac:chgData name="Ananya K" userId="0515c76fd5c791a1" providerId="Windows Live" clId="Web-{00000000-0000-0000-0000-000000000000}" dt="2026-09-06T15:14:46.550" v="162" actId="20577"/>
          <ac:spMkLst>
            <pc:docMk/>
            <pc:sldMk cId="2822021003" sldId="293"/>
            <ac:spMk id="4" creationId="{E672C8B9-FE18-73AB-2C9D-D976C1C4E647}"/>
          </ac:spMkLst>
        </pc:spChg>
        <pc:picChg chg="add mod modCrop">
          <ac:chgData name="Ananya K" userId="0515c76fd5c791a1" providerId="Windows Live" clId="Web-{00000000-0000-0000-0000-000000000000}" dt="2026-09-06T15:30:56.432" v="257" actId="14100"/>
          <ac:picMkLst>
            <pc:docMk/>
            <pc:sldMk cId="2822021003" sldId="293"/>
            <ac:picMk id="5" creationId="{69A0DAB7-2A07-4CCB-B462-DAF50FAE0E28}"/>
          </ac:picMkLst>
        </pc:picChg>
        <pc:picChg chg="add mod modCrop">
          <ac:chgData name="Ananya K" userId="0515c76fd5c791a1" providerId="Windows Live" clId="Web-{00000000-0000-0000-0000-000000000000}" dt="2026-09-06T15:18:10.534" v="185" actId="14100"/>
          <ac:picMkLst>
            <pc:docMk/>
            <pc:sldMk cId="2822021003" sldId="293"/>
            <ac:picMk id="6" creationId="{6563ABBF-4A4B-A895-AEAE-DC9DEAD8A9C0}"/>
          </ac:picMkLst>
        </pc:picChg>
      </pc:sldChg>
      <pc:sldChg chg="addSp delSp modSp new mod ord modClrScheme chgLayout">
        <pc:chgData name="Ananya K" userId="0515c76fd5c791a1" providerId="Windows Live" clId="Web-{00000000-0000-0000-0000-000000000000}" dt="2026-09-06T15:29:27.041" v="252"/>
        <pc:sldMkLst>
          <pc:docMk/>
          <pc:sldMk cId="3811224753" sldId="294"/>
        </pc:sldMkLst>
        <pc:spChg chg="mod ord">
          <ac:chgData name="Ananya K" userId="0515c76fd5c791a1" providerId="Windows Live" clId="Web-{00000000-0000-0000-0000-000000000000}" dt="2026-09-06T15:28:10.868" v="244" actId="20577"/>
          <ac:spMkLst>
            <pc:docMk/>
            <pc:sldMk cId="3811224753" sldId="294"/>
            <ac:spMk id="2" creationId="{CBBB95FA-18BA-4F9D-8615-05278B86CDD6}"/>
          </ac:spMkLst>
        </pc:spChg>
        <pc:spChg chg="mod ord">
          <ac:chgData name="Ananya K" userId="0515c76fd5c791a1" providerId="Windows Live" clId="Web-{00000000-0000-0000-0000-000000000000}" dt="2026-09-06T15:29:05.447" v="250" actId="14100"/>
          <ac:spMkLst>
            <pc:docMk/>
            <pc:sldMk cId="3811224753" sldId="294"/>
            <ac:spMk id="3" creationId="{6C4B1880-C4DF-507F-9F1A-1FD911DE4CA3}"/>
          </ac:spMkLst>
        </pc:spChg>
        <pc:spChg chg="del">
          <ac:chgData name="Ananya K" userId="0515c76fd5c791a1" providerId="Windows Live" clId="Web-{00000000-0000-0000-0000-000000000000}" dt="2026-09-06T15:25:40.585" v="217"/>
          <ac:spMkLst>
            <pc:docMk/>
            <pc:sldMk cId="3811224753" sldId="294"/>
            <ac:spMk id="4" creationId="{ADA20BD9-BCFF-596A-F95A-48230A8B1F69}"/>
          </ac:spMkLst>
        </pc:spChg>
        <pc:picChg chg="add mod">
          <ac:chgData name="Ananya K" userId="0515c76fd5c791a1" providerId="Windows Live" clId="Web-{00000000-0000-0000-0000-000000000000}" dt="2026-09-06T15:29:12.447" v="251" actId="14100"/>
          <ac:picMkLst>
            <pc:docMk/>
            <pc:sldMk cId="3811224753" sldId="294"/>
            <ac:picMk id="5" creationId="{6AAD3810-5DDF-52A3-93F2-173C9D691202}"/>
          </ac:picMkLst>
        </pc:picChg>
      </pc:sldChg>
      <pc:sldChg chg="addSp delSp modSp new">
        <pc:chgData name="Ananya K" userId="0515c76fd5c791a1" providerId="Windows Live" clId="Web-{00000000-0000-0000-0000-000000000000}" dt="2026-09-06T16:07:34.379" v="393" actId="20577"/>
        <pc:sldMkLst>
          <pc:docMk/>
          <pc:sldMk cId="76821541" sldId="295"/>
        </pc:sldMkLst>
        <pc:spChg chg="mod">
          <ac:chgData name="Ananya K" userId="0515c76fd5c791a1" providerId="Windows Live" clId="Web-{00000000-0000-0000-0000-000000000000}" dt="2026-09-06T16:07:34.379" v="393" actId="20577"/>
          <ac:spMkLst>
            <pc:docMk/>
            <pc:sldMk cId="76821541" sldId="295"/>
            <ac:spMk id="2" creationId="{86813458-B97B-235D-1968-90695521B5BF}"/>
          </ac:spMkLst>
        </pc:spChg>
        <pc:spChg chg="mod">
          <ac:chgData name="Ananya K" userId="0515c76fd5c791a1" providerId="Windows Live" clId="Web-{00000000-0000-0000-0000-000000000000}" dt="2026-09-06T16:02:44.704" v="343" actId="14100"/>
          <ac:spMkLst>
            <pc:docMk/>
            <pc:sldMk cId="76821541" sldId="295"/>
            <ac:spMk id="3" creationId="{CC827802-DF11-36EA-5A33-6A348F7AF8FD}"/>
          </ac:spMkLst>
        </pc:spChg>
        <pc:picChg chg="add del mod">
          <ac:chgData name="Ananya K" userId="0515c76fd5c791a1" providerId="Windows Live" clId="Web-{00000000-0000-0000-0000-000000000000}" dt="2026-09-06T16:04:55.096" v="348"/>
          <ac:picMkLst>
            <pc:docMk/>
            <pc:sldMk cId="76821541" sldId="295"/>
            <ac:picMk id="4" creationId="{FDF16437-C347-85B3-63B0-3008BEEF3413}"/>
          </ac:picMkLst>
        </pc:picChg>
        <pc:picChg chg="add mod">
          <ac:chgData name="Ananya K" userId="0515c76fd5c791a1" providerId="Windows Live" clId="Web-{00000000-0000-0000-0000-000000000000}" dt="2026-09-06T16:05:24.034" v="352" actId="14100"/>
          <ac:picMkLst>
            <pc:docMk/>
            <pc:sldMk cId="76821541" sldId="295"/>
            <ac:picMk id="5" creationId="{B6E52926-020A-DB8F-197B-E4B62D6F227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8AA45C4-2AC1-8517-1BC6-B4D76161A51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A1C5246-838D-B804-A56B-BC9B52B15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30678B-9A26-414A-24D2-5EADEA30F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391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63587504"/>
              </p:ext>
            </p:extLst>
          </p:nvPr>
        </p:nvGraphicFramePr>
        <p:xfrm>
          <a:off x="1299257" y="2600315"/>
          <a:ext cx="9394985" cy="3090614"/>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79300">
                  <a:extLst>
                    <a:ext uri="{9D8B030D-6E8A-4147-A177-3AD203B41FA5}">
                      <a16:colId xmlns:a16="http://schemas.microsoft.com/office/drawing/2014/main" val="20002"/>
                    </a:ext>
                  </a:extLst>
                </a:gridCol>
                <a:gridCol w="2451286">
                  <a:extLst>
                    <a:ext uri="{9D8B030D-6E8A-4147-A177-3AD203B41FA5}">
                      <a16:colId xmlns:a16="http://schemas.microsoft.com/office/drawing/2014/main" val="20003"/>
                    </a:ext>
                  </a:extLst>
                </a:gridCol>
                <a:gridCol w="2399532">
                  <a:extLst>
                    <a:ext uri="{9D8B030D-6E8A-4147-A177-3AD203B41FA5}">
                      <a16:colId xmlns:a16="http://schemas.microsoft.com/office/drawing/2014/main" val="20004"/>
                    </a:ext>
                  </a:extLst>
                </a:gridCol>
              </a:tblGrid>
              <a:tr h="138475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705857">
                <a:tc>
                  <a:txBody>
                    <a:bodyPr/>
                    <a:lstStyle/>
                    <a:p>
                      <a:pPr marL="0" marR="0" lvl="0" indent="0" algn="l" rtl="0">
                        <a:spcBef>
                          <a:spcPts val="0"/>
                        </a:spcBef>
                        <a:spcAft>
                          <a:spcPts val="0"/>
                        </a:spcAft>
                        <a:buNone/>
                      </a:pPr>
                      <a:r>
                        <a:rPr lang="en-US" sz="2000" dirty="0"/>
                        <a:t>K Ananya</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k57743449@gmail.com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7975362155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srcRect t="14019" r="-345"/>
          <a:stretch>
            <a:fillRect/>
          </a:stretch>
        </p:blipFill>
        <p:spPr>
          <a:xfrm>
            <a:off x="4113359" y="4144817"/>
            <a:ext cx="929086" cy="1391209"/>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lIns="91440" tIns="45720" rIns="91440" bIns="45720" rtlCol="0" anchor="t">
            <a:spAutoFit/>
          </a:bodyPr>
          <a:lstStyle/>
          <a:p>
            <a:r>
              <a:rPr lang="en-US" sz="2400" b="1" dirty="0"/>
              <a:t>Domain of  Project – </a:t>
            </a:r>
            <a:r>
              <a:rPr lang="en-US" sz="2400" b="1" dirty="0">
                <a:highlight>
                  <a:srgbClr val="FFFF00"/>
                </a:highlight>
              </a:rPr>
              <a:t> Health Science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lIns="91440" tIns="45720" rIns="91440" bIns="45720" rtlCol="0" anchor="t">
            <a:spAutoFit/>
          </a:bodyPr>
          <a:lstStyle/>
          <a:p>
            <a:r>
              <a:rPr lang="en-US" sz="2400" b="1" dirty="0"/>
              <a:t>Project Title –  NUTRITION AGENT</a:t>
            </a:r>
            <a:endParaRPr lang="en-US"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err="1"/>
              <a:t>LangFlow</a:t>
            </a:r>
            <a:r>
              <a:rPr lang="en-US" b="1"/>
              <a:t>,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err="1"/>
              <a:t>LangFlow</a:t>
            </a:r>
            <a:r>
              <a:rPr lang="en-US"/>
              <a:t>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lIns="91440" tIns="45720" rIns="91440" bIns="45720" rtlCol="0" anchor="t">
            <a:spAutoFit/>
          </a:bodyPr>
          <a:lstStyle/>
          <a:p>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Frontend -</a:t>
            </a:r>
            <a:r>
              <a:rPr lang="en-US" sz="1800" dirty="0"/>
              <a:t> </a:t>
            </a:r>
            <a:r>
              <a:rPr lang="en-US" sz="1800" dirty="0">
                <a:solidFill>
                  <a:srgbClr val="1F2328"/>
                </a:solidFill>
                <a:highlight>
                  <a:srgbClr val="FFFFFF"/>
                </a:highlight>
              </a:rPr>
              <a:t>HTML5, CSS3, Vanilla JS</a:t>
            </a:r>
          </a:p>
          <a:p>
            <a:pPr marL="285750" indent="-285750">
              <a:buFont typeface="Arial" panose="020B0604020202020204" pitchFamily="34" charset="0"/>
              <a:buChar char="•"/>
            </a:pPr>
            <a:endParaRPr lang="en-US" sz="1800" dirty="0">
              <a:solidFill>
                <a:srgbClr val="1F2328"/>
              </a:solidFill>
              <a:highlight>
                <a:srgbClr val="FFFFFF"/>
              </a:highlight>
            </a:endParaRPr>
          </a:p>
          <a:p>
            <a:pPr marL="285750" indent="-285750">
              <a:buFont typeface="Arial" panose="020B0604020202020204" pitchFamily="34" charset="0"/>
              <a:buChar char="•"/>
            </a:pPr>
            <a:r>
              <a:rPr lang="en-US" sz="1800" b="1" dirty="0">
                <a:solidFill>
                  <a:srgbClr val="1F2328"/>
                </a:solidFill>
                <a:highlight>
                  <a:srgbClr val="FFFFFF"/>
                </a:highlight>
              </a:rPr>
              <a:t>Backend -</a:t>
            </a:r>
            <a:r>
              <a:rPr lang="en-US" sz="1800" dirty="0">
                <a:solidFill>
                  <a:srgbClr val="1F2328"/>
                </a:solidFill>
                <a:highlight>
                  <a:srgbClr val="FFFFFF"/>
                </a:highlight>
              </a:rPr>
              <a:t> </a:t>
            </a:r>
            <a:r>
              <a:rPr lang="en-US" sz="1800" dirty="0">
                <a:solidFill>
                  <a:srgbClr val="1F2328"/>
                </a:solidFill>
                <a:highlight>
                  <a:srgbClr val="F6F8FA"/>
                </a:highlight>
              </a:rPr>
              <a:t>Node.js, Express</a:t>
            </a:r>
            <a:endParaRPr lang="en-US" sz="1800" dirty="0">
              <a:solidFill>
                <a:srgbClr val="1F2328"/>
              </a:solidFill>
              <a:highlight>
                <a:srgbClr val="FFFFFF"/>
              </a:highlight>
            </a:endParaRPr>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Orchestrate 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832092"/>
          </a:xfrm>
          <a:prstGeom prst="rect">
            <a:avLst/>
          </a:prstGeom>
          <a:noFill/>
        </p:spPr>
        <p:txBody>
          <a:bodyPr wrap="square" lIns="91440" tIns="45720" rIns="91440" bIns="45720" rtlCol="0" anchor="t">
            <a:spAutoFit/>
          </a:bodyPr>
          <a:lstStyle/>
          <a:p>
            <a:endParaRPr lang="en-US"/>
          </a:p>
          <a:p>
            <a:r>
              <a:rPr lang="en-US" b="1" dirty="0"/>
              <a:t>1) Chat Input </a:t>
            </a:r>
            <a:r>
              <a:rPr lang="en-US" dirty="0"/>
              <a:t>– Interface where users enter their queries, preferences, or meal details (text/voice/image).</a:t>
            </a:r>
          </a:p>
          <a:p>
            <a:endParaRPr lang="en-US"/>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a:p>
          <a:p>
            <a:r>
              <a:rPr lang="en-US" b="1" dirty="0"/>
              <a:t>3) Name of IBM Granite model - </a:t>
            </a:r>
            <a:r>
              <a:rPr lang="en-US" dirty="0"/>
              <a:t>Granite-4.0-8B-Instruct → Fast, efficient for real-time diet recommendations</a:t>
            </a:r>
          </a:p>
          <a:p>
            <a:endParaRPr lang="en-US"/>
          </a:p>
          <a:p>
            <a:r>
              <a:rPr lang="en-US" b="1" dirty="0"/>
              <a:t>4) Chat output -</a:t>
            </a:r>
            <a:r>
              <a:rPr lang="en-US" dirty="0"/>
              <a:t>Displays AI-generated responses such as diet plans, nutritional analysis, and health suggestions. </a:t>
            </a:r>
          </a:p>
          <a:p>
            <a:endParaRPr lang="en-US"/>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a:p>
          <a:p>
            <a:endParaRPr lang="en-US"/>
          </a:p>
          <a:p>
            <a:endParaRPr lang="en-US"/>
          </a:p>
          <a:p>
            <a:endParaRPr lang="en-US"/>
          </a:p>
          <a:p>
            <a:endParaRPr lang="en-US"/>
          </a:p>
          <a:p>
            <a:endParaRPr lang="en-US"/>
          </a:p>
          <a:p>
            <a:endParaRPr lang="en-US"/>
          </a:p>
          <a:p>
            <a:endParaRPr lang="en-US"/>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6" name="Picture 5">
            <a:extLst>
              <a:ext uri="{FF2B5EF4-FFF2-40B4-BE49-F238E27FC236}">
                <a16:creationId xmlns:a16="http://schemas.microsoft.com/office/drawing/2014/main" id="{4C7FC88A-B369-455A-F57A-122CC34E5233}"/>
              </a:ext>
            </a:extLst>
          </p:cNvPr>
          <p:cNvPicPr>
            <a:picLocks noChangeAspect="1"/>
          </p:cNvPicPr>
          <p:nvPr/>
        </p:nvPicPr>
        <p:blipFill>
          <a:blip r:embed="rId3"/>
          <a:stretch>
            <a:fillRect/>
          </a:stretch>
        </p:blipFill>
        <p:spPr>
          <a:xfrm>
            <a:off x="663328" y="1078885"/>
            <a:ext cx="10692540" cy="534908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dirty="0">
                <a:sym typeface="Times New Roman"/>
              </a:rPr>
              <a:t>Output Screenshot: </a:t>
            </a:r>
            <a:endParaRPr lang="en-US" dirty="0"/>
          </a:p>
        </p:txBody>
      </p:sp>
      <p:pic>
        <p:nvPicPr>
          <p:cNvPr id="5" name="Picture 4">
            <a:extLst>
              <a:ext uri="{FF2B5EF4-FFF2-40B4-BE49-F238E27FC236}">
                <a16:creationId xmlns:a16="http://schemas.microsoft.com/office/drawing/2014/main" id="{6EA8F3D0-52BA-100E-3FD8-228494F48350}"/>
              </a:ext>
            </a:extLst>
          </p:cNvPr>
          <p:cNvPicPr>
            <a:picLocks noChangeAspect="1"/>
          </p:cNvPicPr>
          <p:nvPr/>
        </p:nvPicPr>
        <p:blipFill>
          <a:blip r:embed="rId3"/>
          <a:stretch>
            <a:fillRect/>
          </a:stretch>
        </p:blipFill>
        <p:spPr>
          <a:xfrm>
            <a:off x="534003" y="1260519"/>
            <a:ext cx="10583971" cy="5109121"/>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57D8A-9C6B-9AF5-3849-5D3A72D18C16}"/>
              </a:ext>
            </a:extLst>
          </p:cNvPr>
          <p:cNvSpPr>
            <a:spLocks noGrp="1"/>
          </p:cNvSpPr>
          <p:nvPr>
            <p:ph type="title"/>
          </p:nvPr>
        </p:nvSpPr>
        <p:spPr>
          <a:xfrm>
            <a:off x="838200" y="365125"/>
            <a:ext cx="10505440" cy="898843"/>
          </a:xfrm>
        </p:spPr>
        <p:txBody>
          <a:bodyPr/>
          <a:lstStyle/>
          <a:p>
            <a:r>
              <a:rPr lang="en-US" dirty="0"/>
              <a:t>TOKENS USED</a:t>
            </a:r>
          </a:p>
        </p:txBody>
      </p:sp>
      <p:sp>
        <p:nvSpPr>
          <p:cNvPr id="3" name="Text Placeholder 2">
            <a:extLst>
              <a:ext uri="{FF2B5EF4-FFF2-40B4-BE49-F238E27FC236}">
                <a16:creationId xmlns:a16="http://schemas.microsoft.com/office/drawing/2014/main" id="{E4C512D9-3830-6D0C-4839-BE28706576E6}"/>
              </a:ext>
            </a:extLst>
          </p:cNvPr>
          <p:cNvSpPr>
            <a:spLocks noGrp="1"/>
          </p:cNvSpPr>
          <p:nvPr>
            <p:ph type="body" idx="1"/>
          </p:nvPr>
        </p:nvSpPr>
        <p:spPr>
          <a:xfrm>
            <a:off x="838200" y="1276985"/>
            <a:ext cx="5242560" cy="4899978"/>
          </a:xfrm>
        </p:spPr>
        <p:txBody>
          <a:bodyPr/>
          <a:lstStyle/>
          <a:p>
            <a:r>
              <a:rPr lang="en-US" dirty="0"/>
              <a:t>BEFORE</a:t>
            </a:r>
          </a:p>
        </p:txBody>
      </p:sp>
      <p:sp>
        <p:nvSpPr>
          <p:cNvPr id="4" name="Text Placeholder 3">
            <a:extLst>
              <a:ext uri="{FF2B5EF4-FFF2-40B4-BE49-F238E27FC236}">
                <a16:creationId xmlns:a16="http://schemas.microsoft.com/office/drawing/2014/main" id="{E672C8B9-FE18-73AB-2C9D-D976C1C4E647}"/>
              </a:ext>
            </a:extLst>
          </p:cNvPr>
          <p:cNvSpPr>
            <a:spLocks noGrp="1"/>
          </p:cNvSpPr>
          <p:nvPr>
            <p:ph type="body" idx="2"/>
          </p:nvPr>
        </p:nvSpPr>
        <p:spPr>
          <a:xfrm>
            <a:off x="6101080" y="1266825"/>
            <a:ext cx="5232400" cy="5011738"/>
          </a:xfrm>
        </p:spPr>
        <p:txBody>
          <a:bodyPr/>
          <a:lstStyle/>
          <a:p>
            <a:r>
              <a:rPr lang="en-US" dirty="0"/>
              <a:t>AFTER</a:t>
            </a:r>
          </a:p>
        </p:txBody>
      </p:sp>
      <p:pic>
        <p:nvPicPr>
          <p:cNvPr id="5" name="Picture 4">
            <a:extLst>
              <a:ext uri="{FF2B5EF4-FFF2-40B4-BE49-F238E27FC236}">
                <a16:creationId xmlns:a16="http://schemas.microsoft.com/office/drawing/2014/main" id="{69A0DAB7-2A07-4CCB-B462-DAF50FAE0E28}"/>
              </a:ext>
            </a:extLst>
          </p:cNvPr>
          <p:cNvPicPr>
            <a:picLocks noChangeAspect="1"/>
          </p:cNvPicPr>
          <p:nvPr/>
        </p:nvPicPr>
        <p:blipFill>
          <a:blip r:embed="rId2"/>
          <a:srcRect l="61" t="12292" b="-185"/>
          <a:stretch>
            <a:fillRect/>
          </a:stretch>
        </p:blipFill>
        <p:spPr>
          <a:xfrm>
            <a:off x="6333365" y="1724587"/>
            <a:ext cx="5533519" cy="4905857"/>
          </a:xfrm>
          <a:prstGeom prst="rect">
            <a:avLst/>
          </a:prstGeom>
        </p:spPr>
      </p:pic>
      <p:pic>
        <p:nvPicPr>
          <p:cNvPr id="6" name="Picture 5">
            <a:extLst>
              <a:ext uri="{FF2B5EF4-FFF2-40B4-BE49-F238E27FC236}">
                <a16:creationId xmlns:a16="http://schemas.microsoft.com/office/drawing/2014/main" id="{6563ABBF-4A4B-A895-AEAE-DC9DEAD8A9C0}"/>
              </a:ext>
            </a:extLst>
          </p:cNvPr>
          <p:cNvPicPr>
            <a:picLocks noChangeAspect="1"/>
          </p:cNvPicPr>
          <p:nvPr/>
        </p:nvPicPr>
        <p:blipFill>
          <a:blip r:embed="rId3"/>
          <a:srcRect t="6942" b="-97"/>
          <a:stretch>
            <a:fillRect/>
          </a:stretch>
        </p:blipFill>
        <p:spPr>
          <a:xfrm>
            <a:off x="101600" y="1879316"/>
            <a:ext cx="6004560" cy="4655170"/>
          </a:xfrm>
          <a:prstGeom prst="rect">
            <a:avLst/>
          </a:prstGeom>
        </p:spPr>
      </p:pic>
    </p:spTree>
    <p:extLst>
      <p:ext uri="{BB962C8B-B14F-4D97-AF65-F5344CB8AC3E}">
        <p14:creationId xmlns:p14="http://schemas.microsoft.com/office/powerpoint/2010/main" val="2822021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431275"/>
          </a:xfrm>
          <a:prstGeom prst="rect">
            <a:avLst/>
          </a:prstGeom>
          <a:noFill/>
          <a:ln>
            <a:noFill/>
          </a:ln>
        </p:spPr>
        <p:txBody>
          <a:bodyPr spcFirstLastPara="1" wrap="square" lIns="0" tIns="0" rIns="0" bIns="0" anchor="t" anchorCtr="0">
            <a:noAutofit/>
          </a:bodyPr>
          <a:lstStyle/>
          <a:p>
            <a:r>
              <a:rPr lang="en-US" sz="2400" b="1" dirty="0"/>
              <a:t>CREATING REQUIRED FILES USING IBM BOB</a:t>
            </a:r>
          </a:p>
        </p:txBody>
      </p:sp>
      <p:pic>
        <p:nvPicPr>
          <p:cNvPr id="3" name="Picture 2">
            <a:extLst>
              <a:ext uri="{FF2B5EF4-FFF2-40B4-BE49-F238E27FC236}">
                <a16:creationId xmlns:a16="http://schemas.microsoft.com/office/drawing/2014/main" id="{5AC9E1B3-FAC0-C16D-67C5-10B39E9A01FD}"/>
              </a:ext>
            </a:extLst>
          </p:cNvPr>
          <p:cNvPicPr>
            <a:picLocks noChangeAspect="1"/>
          </p:cNvPicPr>
          <p:nvPr/>
        </p:nvPicPr>
        <p:blipFill>
          <a:blip r:embed="rId3"/>
          <a:stretch>
            <a:fillRect/>
          </a:stretch>
        </p:blipFill>
        <p:spPr>
          <a:xfrm>
            <a:off x="223520" y="1544182"/>
            <a:ext cx="11744960" cy="5181875"/>
          </a:xfrm>
          <a:prstGeom prst="rect">
            <a:avLst/>
          </a:prstGeom>
        </p:spPr>
      </p:pic>
    </p:spTree>
    <p:extLst>
      <p:ext uri="{BB962C8B-B14F-4D97-AF65-F5344CB8AC3E}">
        <p14:creationId xmlns:p14="http://schemas.microsoft.com/office/powerpoint/2010/main" val="334215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95FA-18BA-4F9D-8615-05278B86CDD6}"/>
              </a:ext>
            </a:extLst>
          </p:cNvPr>
          <p:cNvSpPr>
            <a:spLocks noGrp="1"/>
          </p:cNvSpPr>
          <p:nvPr>
            <p:ph type="title"/>
          </p:nvPr>
        </p:nvSpPr>
        <p:spPr/>
        <p:txBody>
          <a:bodyPr/>
          <a:lstStyle/>
          <a:p>
            <a:r>
              <a:rPr lang="en-US" dirty="0"/>
              <a:t>IBM BOB Screenshots:</a:t>
            </a:r>
          </a:p>
        </p:txBody>
      </p:sp>
      <p:sp>
        <p:nvSpPr>
          <p:cNvPr id="3" name="Text Placeholder 2">
            <a:extLst>
              <a:ext uri="{FF2B5EF4-FFF2-40B4-BE49-F238E27FC236}">
                <a16:creationId xmlns:a16="http://schemas.microsoft.com/office/drawing/2014/main" id="{6C4B1880-C4DF-507F-9F1A-1FD911DE4CA3}"/>
              </a:ext>
            </a:extLst>
          </p:cNvPr>
          <p:cNvSpPr>
            <a:spLocks noGrp="1"/>
          </p:cNvSpPr>
          <p:nvPr>
            <p:ph type="body" idx="1"/>
          </p:nvPr>
        </p:nvSpPr>
        <p:spPr>
          <a:xfrm>
            <a:off x="838200" y="1480185"/>
            <a:ext cx="10495280" cy="5001578"/>
          </a:xfrm>
        </p:spPr>
        <p:txBody>
          <a:bodyPr/>
          <a:lstStyle/>
          <a:p>
            <a:endParaRPr lang="en-US"/>
          </a:p>
        </p:txBody>
      </p:sp>
      <p:pic>
        <p:nvPicPr>
          <p:cNvPr id="5" name="Picture 4">
            <a:extLst>
              <a:ext uri="{FF2B5EF4-FFF2-40B4-BE49-F238E27FC236}">
                <a16:creationId xmlns:a16="http://schemas.microsoft.com/office/drawing/2014/main" id="{6AAD3810-5DDF-52A3-93F2-173C9D691202}"/>
              </a:ext>
            </a:extLst>
          </p:cNvPr>
          <p:cNvPicPr>
            <a:picLocks noChangeAspect="1"/>
          </p:cNvPicPr>
          <p:nvPr/>
        </p:nvPicPr>
        <p:blipFill>
          <a:blip r:embed="rId2"/>
          <a:stretch>
            <a:fillRect/>
          </a:stretch>
        </p:blipFill>
        <p:spPr>
          <a:xfrm>
            <a:off x="845475" y="1478674"/>
            <a:ext cx="10511209" cy="5008092"/>
          </a:xfrm>
          <a:prstGeom prst="rect">
            <a:avLst/>
          </a:prstGeom>
        </p:spPr>
      </p:pic>
    </p:spTree>
    <p:extLst>
      <p:ext uri="{BB962C8B-B14F-4D97-AF65-F5344CB8AC3E}">
        <p14:creationId xmlns:p14="http://schemas.microsoft.com/office/powerpoint/2010/main" val="3811224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458060A-E278-BD66-87FB-2E75164BF6AB}"/>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4B8BE564-07ED-5E4D-A85D-C78B8A391EE9}"/>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t>Nutrition Agent  Website Interface</a:t>
            </a:r>
          </a:p>
        </p:txBody>
      </p:sp>
      <p:pic>
        <p:nvPicPr>
          <p:cNvPr id="6" name="Picture 5">
            <a:extLst>
              <a:ext uri="{FF2B5EF4-FFF2-40B4-BE49-F238E27FC236}">
                <a16:creationId xmlns:a16="http://schemas.microsoft.com/office/drawing/2014/main" id="{A0D6461E-DA88-AFE8-EAFF-84E9A424BF26}"/>
              </a:ext>
            </a:extLst>
          </p:cNvPr>
          <p:cNvPicPr>
            <a:picLocks noChangeAspect="1"/>
          </p:cNvPicPr>
          <p:nvPr/>
        </p:nvPicPr>
        <p:blipFill>
          <a:blip r:embed="rId3"/>
          <a:stretch>
            <a:fillRect/>
          </a:stretch>
        </p:blipFill>
        <p:spPr>
          <a:xfrm>
            <a:off x="1214627" y="1015076"/>
            <a:ext cx="10186007" cy="5489305"/>
          </a:xfrm>
          <a:prstGeom prst="rect">
            <a:avLst/>
          </a:prstGeom>
        </p:spPr>
      </p:pic>
    </p:spTree>
    <p:extLst>
      <p:ext uri="{BB962C8B-B14F-4D97-AF65-F5344CB8AC3E}">
        <p14:creationId xmlns:p14="http://schemas.microsoft.com/office/powerpoint/2010/main" val="755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13458-B97B-235D-1968-90695521B5BF}"/>
              </a:ext>
            </a:extLst>
          </p:cNvPr>
          <p:cNvSpPr>
            <a:spLocks noGrp="1"/>
          </p:cNvSpPr>
          <p:nvPr>
            <p:ph type="title"/>
          </p:nvPr>
        </p:nvSpPr>
        <p:spPr>
          <a:xfrm>
            <a:off x="831850" y="348298"/>
            <a:ext cx="10515600" cy="902017"/>
          </a:xfrm>
        </p:spPr>
        <p:txBody>
          <a:bodyPr>
            <a:normAutofit/>
          </a:bodyPr>
          <a:lstStyle/>
          <a:p>
            <a:r>
              <a:rPr lang="en-US" sz="2800" dirty="0"/>
              <a:t> </a:t>
            </a:r>
            <a:r>
              <a:rPr lang="en-US" sz="2800" b="1" dirty="0"/>
              <a:t>Nutrition Agent answering Queries</a:t>
            </a:r>
          </a:p>
        </p:txBody>
      </p:sp>
      <p:sp>
        <p:nvSpPr>
          <p:cNvPr id="3" name="Text Placeholder 2">
            <a:extLst>
              <a:ext uri="{FF2B5EF4-FFF2-40B4-BE49-F238E27FC236}">
                <a16:creationId xmlns:a16="http://schemas.microsoft.com/office/drawing/2014/main" id="{CC827802-DF11-36EA-5A33-6A348F7AF8FD}"/>
              </a:ext>
            </a:extLst>
          </p:cNvPr>
          <p:cNvSpPr>
            <a:spLocks noGrp="1"/>
          </p:cNvSpPr>
          <p:nvPr>
            <p:ph type="body" idx="1"/>
          </p:nvPr>
        </p:nvSpPr>
        <p:spPr>
          <a:xfrm>
            <a:off x="831850" y="1378903"/>
            <a:ext cx="10515600" cy="4710747"/>
          </a:xfrm>
        </p:spPr>
        <p:txBody>
          <a:bodyPr/>
          <a:lstStyle/>
          <a:p>
            <a:endParaRPr lang="en-US"/>
          </a:p>
        </p:txBody>
      </p:sp>
      <p:pic>
        <p:nvPicPr>
          <p:cNvPr id="5" name="Picture 4">
            <a:extLst>
              <a:ext uri="{FF2B5EF4-FFF2-40B4-BE49-F238E27FC236}">
                <a16:creationId xmlns:a16="http://schemas.microsoft.com/office/drawing/2014/main" id="{B6E52926-020A-DB8F-197B-E4B62D6F227F}"/>
              </a:ext>
            </a:extLst>
          </p:cNvPr>
          <p:cNvPicPr>
            <a:picLocks noChangeAspect="1"/>
          </p:cNvPicPr>
          <p:nvPr/>
        </p:nvPicPr>
        <p:blipFill>
          <a:blip r:embed="rId2"/>
          <a:stretch>
            <a:fillRect/>
          </a:stretch>
        </p:blipFill>
        <p:spPr>
          <a:xfrm>
            <a:off x="833120" y="1391550"/>
            <a:ext cx="10515600" cy="4694660"/>
          </a:xfrm>
          <a:prstGeom prst="rect">
            <a:avLst/>
          </a:prstGeom>
        </p:spPr>
      </p:pic>
    </p:spTree>
    <p:extLst>
      <p:ext uri="{BB962C8B-B14F-4D97-AF65-F5344CB8AC3E}">
        <p14:creationId xmlns:p14="http://schemas.microsoft.com/office/powerpoint/2010/main" val="76821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sym typeface="Calibri"/>
              </a:rPr>
              <a:t>Orchestrate architecture blueprint</a:t>
            </a:r>
            <a:endParaRPr lang="en-US" sz="2400">
              <a:solidFill>
                <a:schemeClr val="dk1"/>
              </a:solidFill>
            </a:endParaRPr>
          </a:p>
        </p:txBody>
      </p:sp>
      <p:pic>
        <p:nvPicPr>
          <p:cNvPr id="5" name="Picture 4">
            <a:extLst>
              <a:ext uri="{FF2B5EF4-FFF2-40B4-BE49-F238E27FC236}">
                <a16:creationId xmlns:a16="http://schemas.microsoft.com/office/drawing/2014/main" id="{F28C4D47-29F4-11ED-BCE9-01CE222C3CA7}"/>
              </a:ext>
            </a:extLst>
          </p:cNvPr>
          <p:cNvPicPr>
            <a:picLocks noChangeAspect="1"/>
          </p:cNvPicPr>
          <p:nvPr/>
        </p:nvPicPr>
        <p:blipFill>
          <a:blip r:embed="rId3"/>
          <a:stretch>
            <a:fillRect/>
          </a:stretch>
        </p:blipFill>
        <p:spPr>
          <a:xfrm>
            <a:off x="182880" y="1290320"/>
            <a:ext cx="11816080" cy="5323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584200" y="1085088"/>
            <a:ext cx="11301984" cy="5016758"/>
          </a:xfrm>
          <a:prstGeom prst="rect">
            <a:avLst/>
          </a:prstGeom>
          <a:noFill/>
        </p:spPr>
        <p:txBody>
          <a:bodyPr wrap="square" lIns="91440" tIns="45720" rIns="91440" bIns="45720" rtlCol="0" anchor="t">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a:p>
        </p:txBody>
      </p:sp>
    </p:spTree>
    <p:extLst>
      <p:ext uri="{BB962C8B-B14F-4D97-AF65-F5344CB8AC3E}">
        <p14:creationId xmlns:p14="http://schemas.microsoft.com/office/powerpoint/2010/main" val="91796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dirty="0">
                <a:sym typeface="Times New Roman"/>
              </a:rPr>
              <a:t>GitHub Link</a:t>
            </a:r>
            <a:endParaRPr lang="en-US" sz="3200" b="1"/>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33392"/>
            <a:ext cx="9214580" cy="222468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991326C-01E5-C0F7-679F-D5A77D929D97}"/>
              </a:ext>
            </a:extLst>
          </p:cNvPr>
          <p:cNvSpPr txBox="1"/>
          <p:nvPr/>
        </p:nvSpPr>
        <p:spPr>
          <a:xfrm>
            <a:off x="1412240" y="2189480"/>
            <a:ext cx="781304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800" dirty="0"/>
          </a:p>
          <a:p>
            <a:r>
              <a:rPr lang="en-US" sz="2800" dirty="0"/>
              <a:t>github.com/Ananya-</a:t>
            </a:r>
            <a:r>
              <a:rPr lang="en-US" sz="2800" dirty="0" err="1"/>
              <a:t>Kothur</a:t>
            </a:r>
            <a:r>
              <a:rPr lang="en-US" sz="2800" dirty="0"/>
              <a:t>/nutrition-agent</a:t>
            </a:r>
          </a:p>
          <a:p>
            <a:pPr algn="ctr"/>
            <a:endParaRPr lang="en-US"/>
          </a:p>
        </p:txBody>
      </p:sp>
    </p:spTree>
    <p:extLst>
      <p:ext uri="{BB962C8B-B14F-4D97-AF65-F5344CB8AC3E}">
        <p14:creationId xmlns:p14="http://schemas.microsoft.com/office/powerpoint/2010/main" val="260585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tretch>
            <a:fillRect/>
          </a:stretch>
        </p:blipFill>
        <p:spPr>
          <a:xfrm>
            <a:off x="2553442" y="1350588"/>
            <a:ext cx="7075219" cy="529487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1528" r="1528"/>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Tree>
    <p:extLst>
      <p:ext uri="{BB962C8B-B14F-4D97-AF65-F5344CB8AC3E}">
        <p14:creationId xmlns:p14="http://schemas.microsoft.com/office/powerpoint/2010/main" val="250661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15</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TOKENS USED</vt:lpstr>
      <vt:lpstr>PowerPoint Presentation</vt:lpstr>
      <vt:lpstr>IBM BOB Screenshots:</vt:lpstr>
      <vt:lpstr>PowerPoint Presentation</vt:lpstr>
      <vt:lpstr> Nutrition Agent answering Queries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331</cp:revision>
  <dcterms:created xsi:type="dcterms:W3CDTF">2025-07-08T05:06:56Z</dcterms:created>
  <dcterms:modified xsi:type="dcterms:W3CDTF">2026-09-06T16:16:12Z</dcterms:modified>
</cp:coreProperties>
</file>